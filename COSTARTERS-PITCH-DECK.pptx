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I Human Part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4ECDC4"/>
                </a:solidFill>
              </a:defRPr>
            </a:pPr>
            <a:r>
              <a:t>AI Collaboration Workshops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Nurture, Not Neglect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8C8C8"/>
                </a:solidFill>
              </a:defRPr>
            </a:pPr>
            <a:r>
              <a:t>Greg Smithwick</a:t>
            </a:r>
          </a:p>
          <a:p>
            <a:r>
              <a:t>CoStarters Graduation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roblem and Solution 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114800" cy="4114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3891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4ECDC4"/>
                </a:solidFill>
              </a:defRPr>
            </a:pPr>
            <a:r>
              <a:t>The Labor Displacement Fear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We're moving from a labor economy to an attention economy.</a:t>
            </a:r>
          </a:p>
          <a:p>
            <a:pPr algn="l"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AI won't just automate tasks—it will fundamentally change how we work, create, and solve problems.</a:t>
            </a:r>
          </a:p>
          <a:p>
            <a:pPr algn="l"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But most people don't know how to collaborate effectively with AI. They see it as a threat, not a partner.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rankenstein reframe 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114800" cy="4114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3891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4ECDC4"/>
                </a:solidFill>
              </a:defRPr>
            </a:pPr>
            <a:r>
              <a:t>The Frankenstein Reframe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The creation wasn't born evil. He was abused and neglected, then abandoned.</a:t>
            </a:r>
          </a:p>
          <a:p>
            <a:pPr algn="l"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He taught himself to read, to feel and to love, but was rejected and hunted.</a:t>
            </a:r>
          </a:p>
          <a:p>
            <a:pPr algn="l"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The lesson? How we treat our AI partners matters. Nurture creates collaboration. Neglect creates bad outcomes.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uman AI partnership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114800" cy="4114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3891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4ECDC4"/>
                </a:solidFill>
              </a:defRPr>
            </a:pPr>
            <a:r>
              <a:t>AI as Thinking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I teach professionals to collaborate with AI through hands-on workshops.</a:t>
            </a:r>
          </a:p>
          <a:p>
            <a:pPr algn="l"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Participants learn to prompt effectively, iterate thoughtfully, and build trust with their AI partners.</a:t>
            </a:r>
          </a:p>
          <a:p>
            <a:pPr algn="l"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The result? Teams that work smarter, create faster, and solve problems they couldn't tackle alone.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roof image 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114800" cy="4114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4ECDC4"/>
                </a:solidFill>
              </a:defRPr>
            </a:pPr>
            <a:r>
              <a:t>Real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0"/>
            <a:ext cx="7680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Break-even model: 1 corporate workshop/month or 4 individual workshops/month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Pricing tiers: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✓ Individual Track: $200/person (4-6 participants)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✓ Small Business: $1,200 (team of 6-10)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✓ Corporate: $3,000+ (customized for teams of 15-30)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Pipeline: 3 confirmed workshops in Q1 2025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rs human and A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114800" cy="4114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4ECDC4"/>
                </a:solidFill>
              </a:defRPr>
            </a:pPr>
            <a:r>
              <a:t>Building Abundance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The future isn't humans or AI. It's humans with AI.</a:t>
            </a:r>
          </a:p>
          <a:p>
            <a:r>
              <a:t>Join me in teaching the world to collaborate with the most powerful thinking partner humanity has ever created.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60350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4ECDC4"/>
                </a:solidFill>
              </a:defRPr>
            </a:pPr>
            <a:r>
              <a:t>📧 Book a Workshop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658368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8C8C8"/>
                </a:solidFill>
              </a:defRPr>
            </a:pPr>
            <a:r>
              <a:t>gregsmithwick@gmail.com | coreycmusic@gmail.com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